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828800" cy="18288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</a:rPr>
              <a:t>HOPE, INC.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Management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</a:rPr>
              <a:t>Low Cortisol Duo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Eran Josh Reyes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  —  M1 Project Lead | M3 DB Engineer | M4 Rights &amp; Auth | M5 QA/Docs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Micole Kurt Gonda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  —  M2 Frontend Developer | M5 QA/Docs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Software Engineering 2  |  Section 3BSCS-1  |  New Era University  |  AY 2025–2026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074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 hope-sales.vercel.app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Web-based Sales Management System for Hope, Inc. built with React 18 + Supabase.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10972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Who Uses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 user types: SUPERADMIN (full control), ADMIN (Sales Manager), USER (Sales Agent).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05840"/>
            <a:ext cx="27432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Built 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 sprints × 2 weeks = 6 weeks total. 90+ pull requests merged across all sprints.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85039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49040"/>
            <a:ext cx="1097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⚠  Core Rule: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No hard deletes — EVER. All removals set record_status = 'INACTIVE'. The DELETE keyword must never appear in any application code, Supabase function, or RLS policy.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6-Table Database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463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FULL CRUD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35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00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124 rows  •  Transactions — record_status + stamp added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8600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salesDetail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~310 rows  •  Line items — record_status + stamp added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213E"/>
                </a:solidFill>
              </a:rPr>
              <a:t>LOOKUP-ONLY TABLES  (SELECT only — never written to)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261872"/>
            <a:ext cx="91440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82 rows  •  Populates custNo dropdown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157984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157984"/>
            <a:ext cx="91440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03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rows  •  Populates empNo dropdown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05409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54096"/>
            <a:ext cx="91440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52 rows  •  Populates prodCode dropdown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95020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950208"/>
            <a:ext cx="91440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995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priceHist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334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~70 rows  •  Auto-fills unit price via MAX(effDate)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record_status (DEFAULT 'ACTIVE') and stamp columns added to sales and salesDetail ONLY — four lookup tables are structurally unchanged from HopeDB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Types &amp; Rights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2801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402336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Right / 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SUPERADMIN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SALES_VIEW — View Transactions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SALES_ADD — Create Transaction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SALES_EDIT — Edit Transaction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SALES_DEL — Soft Delete Transaction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SD_VIEW — View Sales Detail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SD_ADD — Add Line Item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SD_EDIT — Edit Line Item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SD_DEL — Soft Delete Line Item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CUST / EMP / PROD / PRICE LOOKUP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ADM_USER — Activate/Manage Users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Authentication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005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01368" y="2057400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508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52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Register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Email/Password or Google OAuth. Both methods create a new account.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2057400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96012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960120"/>
            <a:ext cx="1508760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1143000"/>
            <a:ext cx="502920" cy="50292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152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30552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Auto-Provision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0552" y="2176272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provision_new_user() trigger fires automatically — creates user row as USER / INACTIVE with 13 default rights.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39512" y="2057400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96012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960120"/>
            <a:ext cx="1508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114300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1104" y="1152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9624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Login Guard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9624" y="2176272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 every sign-in, checks record_status = 'ACTIVE'. INACTIVE accounts are signed out immediately with error message.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58584" y="2057400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7256" y="96012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7256" y="960120"/>
            <a:ext cx="150876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1143000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1152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68696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Admin Activates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68696" y="2176272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or SUPERADMIN activates the account via the Admin Module.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96328" y="96012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6328" y="960120"/>
            <a:ext cx="1508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99248" y="11430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1152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8776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Access Granted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2176272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logs in and accesses pages based on their 13 rights in UserRightsContext.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Default rights for new users: SALES_VIEW=1, SD_VIEW=1, all LOOKUP rights=1 — all ADD/EDIT/DEL/ADM rights=0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 CRUD with Lookup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659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CREATE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SALES_ADD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+ SUPERADMIN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1965960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</a:rPr>
              <a:t>✎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SALES_EDIT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+ SUPERADMIN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960120"/>
            <a:ext cx="196596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</a:rPr>
              <a:t>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1772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SOFT DELETE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SUPERADMIN 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960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960120"/>
            <a:ext cx="19659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</a:rPr>
              <a:t>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RECOVER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ADMIN/SA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+ SUPERADMIN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LOOKUP INTEGRATION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999232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99232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custNo Dropdown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" y="3520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82 customers from customer 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Displays custname, filters by search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2999232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68880" y="2999232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empNo Dropdown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33472" y="3520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employees from employee 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Displays lastname, firstname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2999232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2999232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sales_with_lookup View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82312" y="3520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JOIN sales + customer + employee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 salesDetail + priceHist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2999232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2999232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Date Range + Search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31152" y="3520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Filter by From/To date range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Search by customer name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Price Autofill &amp; Lookup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PRICE AUTOFILL 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508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13533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Select 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from dropdown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01368" y="1673352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1261872"/>
            <a:ext cx="1508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12264" y="13533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getCurrentPrice()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called automatically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1673352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1261872"/>
            <a:ext cx="1508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31336" y="13533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Queries priceHist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WHERE prodCode = 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39512" y="1673352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7256" y="1261872"/>
            <a:ext cx="1508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0408" y="13533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Returns MAX(effDate)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row = current price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58584" y="1673352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96328" y="1261872"/>
            <a:ext cx="150876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3533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Unit Price field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auto-populated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6213E"/>
                </a:solidFill>
              </a:rPr>
              <a:t>4 READ-ONLY LOOKUP 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70048"/>
            <a:ext cx="19659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07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Customers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127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custno, custname, address, payterm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67004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670048"/>
            <a:ext cx="19659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807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Employees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127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empno, lastname, firstname, gender, hiredate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67004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670048"/>
            <a:ext cx="19659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807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Products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127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prodCode, description, unit, current price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267004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670048"/>
            <a:ext cx="19659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807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Price History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127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prodCode, effDate, unitPrice grouped by product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251960"/>
            <a:ext cx="10972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315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Zero Mutation Enforcement: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No add/edit/delete buttons exist in the markup for ANY user type. RLS restricts all 4 lookup tables to SELECT only — INSERT/UPDATE/DELETE policies simply do not exist on these tables.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Cascade Soft-Delete &amp; Recovery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2801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SOFT DELETE CASCADE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9202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5331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SUPERADMIN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clicks Delete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1992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261872"/>
            <a:ext cx="19202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5331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sales row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record_status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= 'INACTIVE'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61872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35331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Trigger fires: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cascade_sales_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soft_delete()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9672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261872"/>
            <a:ext cx="19202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35331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salesDetail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rows → INACTIVE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automatically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RECOVERY CASCADE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24912"/>
            <a:ext cx="19202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816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ADMIN/SUPERADMIN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clicks Recover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21992" y="317296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724912"/>
            <a:ext cx="192024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2816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sales row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record_status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= 'ACTIVE'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70832" y="317296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724912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2816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Trigger fires: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cascade restore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9672" y="317296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2724912"/>
            <a:ext cx="192024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2816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salesDetail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rows → 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restored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6213E"/>
                </a:solidFill>
              </a:rPr>
              <a:t>VISIBILITY &amp; DELETED ITEMS PANEL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16052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60520"/>
            <a:ext cx="731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USER (Sales Agent)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42062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only — INACTIVE hidden at UI and RLS level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59943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599432"/>
            <a:ext cx="73152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ADMIN / SUPERADMIN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06040" y="46451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records — INACTIVE shown in Deleted Items panel (2 tabs: Transactions + Line Items)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 Sales Reports with Charts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005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24712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By Employee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Vertical Bar Chart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revenue and transaction count per sales agent — ranked highest to lowest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3192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View: sales_by_employee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206240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124712"/>
            <a:ext cx="438912" cy="438912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338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By Customer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13E"/>
                </a:solidFill>
              </a:rPr>
              <a:t>Vertical Bar Chart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764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spend per customer — top customer highlighted in emerald, others in charcoal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468880"/>
            <a:ext cx="393192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963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View: sales_by_customer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17520"/>
            <a:ext cx="42062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18211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912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Top Products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Horizontal Bar Chart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Products ranked by total revenue — shows qty sold and unit revenue side by side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393192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537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View: top_products_sold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17520"/>
            <a:ext cx="42062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182112"/>
            <a:ext cx="438912" cy="43891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1912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Monthly Trend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Bar Chart + Date Filter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Revenue by month (YYYY-MM) with From/To date range filter on both chart and table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4526280"/>
            <a:ext cx="393192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5537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View: monthly_sales_trend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00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All 4 reports powered by dedicated PostgreSQL SQL views — no raw queries in application code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Admin Module &amp; SUPERADMIN Protection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463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ADMIN MODULE FEATURES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34416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984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User Administration table showing: username, email, user_type, record_status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8196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739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Activate button per row — sets record_status = 'ACTIVE'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2951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2494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Deactivate button per row — sets record_status = 'INACTIVE'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8833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7706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2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ADM_USER right gates the entire Admin sidebar link and page access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16382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32461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200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Only accessible to ADMIN and SUPERADMIN accounts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SUPERADMIN PROTECTION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61872"/>
            <a:ext cx="9144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UI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16733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action buttons disabled and greyed on SUPERADMIN rows. Tooltip shown: 'SUPERADMIN accounts cannot be modified'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450592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50592"/>
            <a:ext cx="9144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DB Layer (RLS)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28620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sends direct Supabase UPDATE on SUPERADMIN row — RLS policy rejects with permission denied. Cannot be bypassed.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639312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39312"/>
            <a:ext cx="9144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Cascade Protection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0507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SUPERADMIN's UserModule_Rights rows cannot be INSERT/UPDATE/DELETE by ADMIN — separate RLS policy on UserModule_Rights table.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 Stack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005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14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Frontend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1208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React 18 + Vite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Component-based SPA with fast HMR dev server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914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014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6213E"/>
                </a:solidFill>
              </a:rPr>
              <a:t>Styling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6048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Utility-first responsive design, charcoal + emerald theme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8424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84248"/>
            <a:ext cx="9144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69"/>
                </a:solidFill>
              </a:rPr>
              <a:t>Backend / DB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1208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Supabase (PostgreSQL)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Database + Auth + RLS Policies + PostgreSQL Triggers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98424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84248"/>
            <a:ext cx="9144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1A2E"/>
                </a:solidFill>
              </a:rPr>
              <a:t>Authentication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56048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Supabase Auth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Email/Password + Google OAuth 2.0 sign-in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00837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08376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State Management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" y="3300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React Context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AuthContext (session) + UserRightsContext (13 rights)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00837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08376"/>
            <a:ext cx="914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6213E"/>
                </a:solidFill>
              </a:rPr>
              <a:t>Deployment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56048" y="3300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Vercel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hope-sales.vercel.app — auto-deploys on push to dev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03250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032504"/>
            <a:ext cx="9144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4087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69"/>
                </a:solidFill>
              </a:rPr>
              <a:t>Testing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208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Vitest + RTL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React Testing Library — auth flows, rights, cascade tests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403250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32504"/>
            <a:ext cx="9144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4087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1A2E"/>
                </a:solidFill>
              </a:rPr>
              <a:t>Version Control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56048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Git + GitHub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56048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90+ PRs across 3 sprints — main/dev/feature/* strategy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3210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9144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143000"/>
            <a:ext cx="438912" cy="438912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1521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0332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RLS Infinite Recursion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3624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User table RLS policy was querying public.user to check user_type — causing infinite recursion. Fixed by simplifying the SELECT policy to USING(true) and granting access via GRANT statements.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3210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65960"/>
            <a:ext cx="914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148840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579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07008" y="2039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PostgreSQL Lowercase 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236829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PostgreSQL folds all unquoted identifiers to lowercase. userId in code became userid in DB — breaking every auth query. Fixed by updating all queries to use lowercase column names.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3210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154680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638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0449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Rights Loading Race Condition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07008" y="337413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rightsLoading=true in UserRightsContext was blocking the redirect after login — app got stuck on spinner. Fixed with a 5-second timeout fallback and SUPERADMIN bypass.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3210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91440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160520"/>
            <a:ext cx="438912" cy="438912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1696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050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SUPERADMIN Rights Seeded as 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07008" y="437997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provision_new_user() trigger fired first with ON CONFLICT DO NOTHING — overwriting the SUPERADMIN seed with USER defaults. Fixed by running a direct UPDATE after seeding.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0001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Takeaway: Database-first design matters. RLS is powerful but requires careful, non-recursive policy design.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 Inc SMS - Sales Management System</dc:title>
  <dc:subject>PptxGenJS Presentation</dc:subject>
  <dc:creator>Low Cortisol Duo</dc:creator>
  <cp:lastModifiedBy>Low Cortisol Duo</cp:lastModifiedBy>
  <cp:revision>1</cp:revision>
  <dcterms:created xsi:type="dcterms:W3CDTF">2026-05-01T04:27:37Z</dcterms:created>
  <dcterms:modified xsi:type="dcterms:W3CDTF">2026-05-01T04:27:37Z</dcterms:modified>
</cp:coreProperties>
</file>